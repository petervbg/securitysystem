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1" r:id="rId3"/>
    <p:sldId id="258" r:id="rId4"/>
    <p:sldId id="259" r:id="rId5"/>
    <p:sldId id="260" r:id="rId6"/>
    <p:sldId id="262" r:id="rId7"/>
    <p:sldId id="261" r:id="rId8"/>
    <p:sldId id="272" r:id="rId9"/>
    <p:sldId id="263" r:id="rId10"/>
    <p:sldId id="267" r:id="rId11"/>
    <p:sldId id="270" r:id="rId12"/>
    <p:sldId id="265" r:id="rId13"/>
    <p:sldId id="269" r:id="rId14"/>
    <p:sldId id="268" r:id="rId15"/>
    <p:sldId id="266" r:id="rId1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BD02B2-32DE-407C-A0E4-8F2991A5854A}" v="18" dt="2025-11-26T07:47:27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3" autoAdjust="0"/>
    <p:restoredTop sz="90304" autoAdjust="0"/>
  </p:normalViewPr>
  <p:slideViewPr>
    <p:cSldViewPr snapToGrid="0">
      <p:cViewPr varScale="1">
        <p:scale>
          <a:sx n="77" d="100"/>
          <a:sy n="77" d="100"/>
        </p:scale>
        <p:origin x="1998" y="9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qvist, Peter" userId="b3c0f73a-210b-43df-9344-aeffed278c21" providerId="ADAL" clId="{12505373-13B4-4938-ABCE-48D2177E4938}"/>
    <pc:docChg chg="undo custSel addSld delSld modSld sldOrd">
      <pc:chgData name="Lindqvist, Peter" userId="b3c0f73a-210b-43df-9344-aeffed278c21" providerId="ADAL" clId="{12505373-13B4-4938-ABCE-48D2177E4938}" dt="2025-11-27T06:46:46.476" v="3572" actId="20577"/>
      <pc:docMkLst>
        <pc:docMk/>
      </pc:docMkLst>
      <pc:sldChg chg="modSp mod modNotesTx">
        <pc:chgData name="Lindqvist, Peter" userId="b3c0f73a-210b-43df-9344-aeffed278c21" providerId="ADAL" clId="{12505373-13B4-4938-ABCE-48D2177E4938}" dt="2025-11-25T10:13:12.290" v="2329" actId="20577"/>
        <pc:sldMkLst>
          <pc:docMk/>
          <pc:sldMk cId="457870406" sldId="257"/>
        </pc:sldMkLst>
        <pc:spChg chg="mod">
          <ac:chgData name="Lindqvist, Peter" userId="b3c0f73a-210b-43df-9344-aeffed278c21" providerId="ADAL" clId="{12505373-13B4-4938-ABCE-48D2177E4938}" dt="2025-11-25T09:04:49.317" v="209" actId="20577"/>
          <ac:spMkLst>
            <pc:docMk/>
            <pc:sldMk cId="457870406" sldId="257"/>
            <ac:spMk id="4" creationId="{581513AC-8A30-7769-260E-29E26E2482B8}"/>
          </ac:spMkLst>
        </pc:spChg>
        <pc:spChg chg="mod">
          <ac:chgData name="Lindqvist, Peter" userId="b3c0f73a-210b-43df-9344-aeffed278c21" providerId="ADAL" clId="{12505373-13B4-4938-ABCE-48D2177E4938}" dt="2025-11-25T09:04:37.958" v="204" actId="20577"/>
          <ac:spMkLst>
            <pc:docMk/>
            <pc:sldMk cId="457870406" sldId="257"/>
            <ac:spMk id="5" creationId="{D6735DC8-8520-61E7-577C-6C511718B049}"/>
          </ac:spMkLst>
        </pc:spChg>
        <pc:spChg chg="mod">
          <ac:chgData name="Lindqvist, Peter" userId="b3c0f73a-210b-43df-9344-aeffed278c21" providerId="ADAL" clId="{12505373-13B4-4938-ABCE-48D2177E4938}" dt="2025-11-25T10:12:47.345" v="2306" actId="20577"/>
          <ac:spMkLst>
            <pc:docMk/>
            <pc:sldMk cId="457870406" sldId="257"/>
            <ac:spMk id="6" creationId="{BF56059E-EF6D-C5B1-F907-6CF06224A592}"/>
          </ac:spMkLst>
        </pc:spChg>
        <pc:spChg chg="mod">
          <ac:chgData name="Lindqvist, Peter" userId="b3c0f73a-210b-43df-9344-aeffed278c21" providerId="ADAL" clId="{12505373-13B4-4938-ABCE-48D2177E4938}" dt="2025-11-25T09:04:41.518" v="208" actId="20577"/>
          <ac:spMkLst>
            <pc:docMk/>
            <pc:sldMk cId="457870406" sldId="257"/>
            <ac:spMk id="7" creationId="{D324200E-62AF-43E1-3C63-4799BC933BCA}"/>
          </ac:spMkLst>
        </pc:spChg>
        <pc:spChg chg="mod">
          <ac:chgData name="Lindqvist, Peter" userId="b3c0f73a-210b-43df-9344-aeffed278c21" providerId="ADAL" clId="{12505373-13B4-4938-ABCE-48D2177E4938}" dt="2025-11-25T09:21:59.830" v="842" actId="20577"/>
          <ac:spMkLst>
            <pc:docMk/>
            <pc:sldMk cId="457870406" sldId="257"/>
            <ac:spMk id="8" creationId="{0D8EE276-C9BB-E3BB-1558-B9A75A0C2A18}"/>
          </ac:spMkLst>
        </pc:spChg>
      </pc:sldChg>
      <pc:sldChg chg="modNotesTx">
        <pc:chgData name="Lindqvist, Peter" userId="b3c0f73a-210b-43df-9344-aeffed278c21" providerId="ADAL" clId="{12505373-13B4-4938-ABCE-48D2177E4938}" dt="2025-11-27T06:46:27.418" v="3570" actId="20577"/>
        <pc:sldMkLst>
          <pc:docMk/>
          <pc:sldMk cId="3243126823" sldId="258"/>
        </pc:sldMkLst>
      </pc:sldChg>
      <pc:sldChg chg="addSp delSp modSp mod modNotesTx">
        <pc:chgData name="Lindqvist, Peter" userId="b3c0f73a-210b-43df-9344-aeffed278c21" providerId="ADAL" clId="{12505373-13B4-4938-ABCE-48D2177E4938}" dt="2025-11-27T06:46:32.634" v="3571" actId="20577"/>
        <pc:sldMkLst>
          <pc:docMk/>
          <pc:sldMk cId="1753167066" sldId="259"/>
        </pc:sldMkLst>
        <pc:spChg chg="mod">
          <ac:chgData name="Lindqvist, Peter" userId="b3c0f73a-210b-43df-9344-aeffed278c21" providerId="ADAL" clId="{12505373-13B4-4938-ABCE-48D2177E4938}" dt="2025-11-25T10:13:59.566" v="2372" actId="20577"/>
          <ac:spMkLst>
            <pc:docMk/>
            <pc:sldMk cId="1753167066" sldId="259"/>
            <ac:spMk id="8" creationId="{18E7EA13-D62C-6CD6-5455-2E87AC21FB39}"/>
          </ac:spMkLst>
        </pc:spChg>
        <pc:picChg chg="add mod ord">
          <ac:chgData name="Lindqvist, Peter" userId="b3c0f73a-210b-43df-9344-aeffed278c21" providerId="ADAL" clId="{12505373-13B4-4938-ABCE-48D2177E4938}" dt="2025-11-25T10:15:25.696" v="2378" actId="1076"/>
          <ac:picMkLst>
            <pc:docMk/>
            <pc:sldMk cId="1753167066" sldId="259"/>
            <ac:picMk id="18" creationId="{6FB99769-068A-A5A3-EB66-577958335595}"/>
          </ac:picMkLst>
        </pc:picChg>
      </pc:sldChg>
      <pc:sldChg chg="addSp delSp modSp new mod">
        <pc:chgData name="Lindqvist, Peter" userId="b3c0f73a-210b-43df-9344-aeffed278c21" providerId="ADAL" clId="{12505373-13B4-4938-ABCE-48D2177E4938}" dt="2025-11-25T12:12:32.801" v="3163" actId="20577"/>
        <pc:sldMkLst>
          <pc:docMk/>
          <pc:sldMk cId="3091556149" sldId="260"/>
        </pc:sldMkLst>
        <pc:spChg chg="mod">
          <ac:chgData name="Lindqvist, Peter" userId="b3c0f73a-210b-43df-9344-aeffed278c21" providerId="ADAL" clId="{12505373-13B4-4938-ABCE-48D2177E4938}" dt="2025-11-25T08:56:09.974" v="25" actId="20577"/>
          <ac:spMkLst>
            <pc:docMk/>
            <pc:sldMk cId="3091556149" sldId="260"/>
            <ac:spMk id="2" creationId="{AE42412A-DA15-DC10-23AF-67EBD87FD8FC}"/>
          </ac:spMkLst>
        </pc:spChg>
        <pc:spChg chg="add mod">
          <ac:chgData name="Lindqvist, Peter" userId="b3c0f73a-210b-43df-9344-aeffed278c21" providerId="ADAL" clId="{12505373-13B4-4938-ABCE-48D2177E4938}" dt="2025-11-25T12:12:32.801" v="3163" actId="20577"/>
          <ac:spMkLst>
            <pc:docMk/>
            <pc:sldMk cId="3091556149" sldId="260"/>
            <ac:spMk id="24" creationId="{3D34CFDC-AEB6-4A71-4D80-D554E16483CD}"/>
          </ac:spMkLst>
        </pc:spChg>
        <pc:picChg chg="add mod">
          <ac:chgData name="Lindqvist, Peter" userId="b3c0f73a-210b-43df-9344-aeffed278c21" providerId="ADAL" clId="{12505373-13B4-4938-ABCE-48D2177E4938}" dt="2025-11-25T09:00:16.453" v="38"/>
          <ac:picMkLst>
            <pc:docMk/>
            <pc:sldMk cId="3091556149" sldId="260"/>
            <ac:picMk id="25" creationId="{7F9F6991-2198-EAA9-1C3A-A4368381E14C}"/>
          </ac:picMkLst>
        </pc:picChg>
      </pc:sldChg>
      <pc:sldChg chg="addSp delSp modSp new mod">
        <pc:chgData name="Lindqvist, Peter" userId="b3c0f73a-210b-43df-9344-aeffed278c21" providerId="ADAL" clId="{12505373-13B4-4938-ABCE-48D2177E4938}" dt="2025-11-25T10:24:13.171" v="2708" actId="20577"/>
        <pc:sldMkLst>
          <pc:docMk/>
          <pc:sldMk cId="2243794951" sldId="261"/>
        </pc:sldMkLst>
        <pc:spChg chg="mod">
          <ac:chgData name="Lindqvist, Peter" userId="b3c0f73a-210b-43df-9344-aeffed278c21" providerId="ADAL" clId="{12505373-13B4-4938-ABCE-48D2177E4938}" dt="2025-11-25T09:03:02.160" v="190" actId="20577"/>
          <ac:spMkLst>
            <pc:docMk/>
            <pc:sldMk cId="2243794951" sldId="261"/>
            <ac:spMk id="2" creationId="{A44F27FB-2C3F-CD1E-650C-10B34E08D16E}"/>
          </ac:spMkLst>
        </pc:spChg>
        <pc:spChg chg="mod">
          <ac:chgData name="Lindqvist, Peter" userId="b3c0f73a-210b-43df-9344-aeffed278c21" providerId="ADAL" clId="{12505373-13B4-4938-ABCE-48D2177E4938}" dt="2025-11-25T10:24:13.171" v="2708" actId="20577"/>
          <ac:spMkLst>
            <pc:docMk/>
            <pc:sldMk cId="2243794951" sldId="261"/>
            <ac:spMk id="3" creationId="{E1DA5B84-5FDD-F940-803B-A2CAB9BA3068}"/>
          </ac:spMkLst>
        </pc:spChg>
        <pc:spChg chg="mod">
          <ac:chgData name="Lindqvist, Peter" userId="b3c0f73a-210b-43df-9344-aeffed278c21" providerId="ADAL" clId="{12505373-13B4-4938-ABCE-48D2177E4938}" dt="2025-11-25T09:14:46.239" v="539" actId="114"/>
          <ac:spMkLst>
            <pc:docMk/>
            <pc:sldMk cId="2243794951" sldId="261"/>
            <ac:spMk id="4" creationId="{A3226AA9-076C-39CE-A741-A73E3FAFA83A}"/>
          </ac:spMkLst>
        </pc:spChg>
        <pc:picChg chg="add mod">
          <ac:chgData name="Lindqvist, Peter" userId="b3c0f73a-210b-43df-9344-aeffed278c21" providerId="ADAL" clId="{12505373-13B4-4938-ABCE-48D2177E4938}" dt="2025-11-25T09:10:21.965" v="369" actId="14100"/>
          <ac:picMkLst>
            <pc:docMk/>
            <pc:sldMk cId="2243794951" sldId="261"/>
            <ac:picMk id="8" creationId="{088985DE-1B57-55D8-83A7-6FEB80273944}"/>
          </ac:picMkLst>
        </pc:picChg>
        <pc:picChg chg="add mod">
          <ac:chgData name="Lindqvist, Peter" userId="b3c0f73a-210b-43df-9344-aeffed278c21" providerId="ADAL" clId="{12505373-13B4-4938-ABCE-48D2177E4938}" dt="2025-11-25T09:14:02.685" v="523" actId="1076"/>
          <ac:picMkLst>
            <pc:docMk/>
            <pc:sldMk cId="2243794951" sldId="261"/>
            <ac:picMk id="10" creationId="{CEAE5ADF-2F9C-0C08-AEB3-57D3BF27A7A7}"/>
          </ac:picMkLst>
        </pc:picChg>
      </pc:sldChg>
      <pc:sldChg chg="addSp delSp modSp new mod modClrScheme chgLayout">
        <pc:chgData name="Lindqvist, Peter" userId="b3c0f73a-210b-43df-9344-aeffed278c21" providerId="ADAL" clId="{12505373-13B4-4938-ABCE-48D2177E4938}" dt="2025-11-25T10:23:32.317" v="2703" actId="20578"/>
        <pc:sldMkLst>
          <pc:docMk/>
          <pc:sldMk cId="2018698024" sldId="262"/>
        </pc:sldMkLst>
        <pc:spChg chg="mod ord">
          <ac:chgData name="Lindqvist, Peter" userId="b3c0f73a-210b-43df-9344-aeffed278c21" providerId="ADAL" clId="{12505373-13B4-4938-ABCE-48D2177E4938}" dt="2025-11-25T09:19:03.488" v="730" actId="700"/>
          <ac:spMkLst>
            <pc:docMk/>
            <pc:sldMk cId="2018698024" sldId="262"/>
            <ac:spMk id="2" creationId="{F0C5643E-A274-E856-08DE-8942F2EBCDD1}"/>
          </ac:spMkLst>
        </pc:spChg>
        <pc:spChg chg="add mod ord">
          <ac:chgData name="Lindqvist, Peter" userId="b3c0f73a-210b-43df-9344-aeffed278c21" providerId="ADAL" clId="{12505373-13B4-4938-ABCE-48D2177E4938}" dt="2025-11-25T10:23:32.317" v="2703" actId="20578"/>
          <ac:spMkLst>
            <pc:docMk/>
            <pc:sldMk cId="2018698024" sldId="262"/>
            <ac:spMk id="5" creationId="{7D8BE7C4-E981-B271-A498-A2712247B1F5}"/>
          </ac:spMkLst>
        </pc:spChg>
        <pc:picChg chg="add mod ord">
          <ac:chgData name="Lindqvist, Peter" userId="b3c0f73a-210b-43df-9344-aeffed278c21" providerId="ADAL" clId="{12505373-13B4-4938-ABCE-48D2177E4938}" dt="2025-11-25T10:20:50.768" v="2617" actId="1076"/>
          <ac:picMkLst>
            <pc:docMk/>
            <pc:sldMk cId="2018698024" sldId="262"/>
            <ac:picMk id="8" creationId="{B43CDE83-1C1B-E5C5-B6AD-12913DD71F21}"/>
          </ac:picMkLst>
        </pc:picChg>
      </pc:sldChg>
      <pc:sldChg chg="modSp add mod ord">
        <pc:chgData name="Lindqvist, Peter" userId="b3c0f73a-210b-43df-9344-aeffed278c21" providerId="ADAL" clId="{12505373-13B4-4938-ABCE-48D2177E4938}" dt="2025-11-25T12:24:25.131" v="3196" actId="20577"/>
        <pc:sldMkLst>
          <pc:docMk/>
          <pc:sldMk cId="4108516083" sldId="263"/>
        </pc:sldMkLst>
        <pc:spChg chg="mod">
          <ac:chgData name="Lindqvist, Peter" userId="b3c0f73a-210b-43df-9344-aeffed278c21" providerId="ADAL" clId="{12505373-13B4-4938-ABCE-48D2177E4938}" dt="2025-11-25T09:21:27.608" v="833" actId="20577"/>
          <ac:spMkLst>
            <pc:docMk/>
            <pc:sldMk cId="4108516083" sldId="263"/>
            <ac:spMk id="2" creationId="{D57BCC5E-1027-BD4D-6284-B647B914BDE1}"/>
          </ac:spMkLst>
        </pc:spChg>
        <pc:spChg chg="mod">
          <ac:chgData name="Lindqvist, Peter" userId="b3c0f73a-210b-43df-9344-aeffed278c21" providerId="ADAL" clId="{12505373-13B4-4938-ABCE-48D2177E4938}" dt="2025-11-25T12:24:25.131" v="3196" actId="20577"/>
          <ac:spMkLst>
            <pc:docMk/>
            <pc:sldMk cId="4108516083" sldId="263"/>
            <ac:spMk id="7" creationId="{41CF681B-40D0-80F6-92D3-5E58877FC0C1}"/>
          </ac:spMkLst>
        </pc:spChg>
      </pc:sldChg>
      <pc:sldChg chg="addSp delSp modSp add mod modNotesTx">
        <pc:chgData name="Lindqvist, Peter" userId="b3c0f73a-210b-43df-9344-aeffed278c21" providerId="ADAL" clId="{12505373-13B4-4938-ABCE-48D2177E4938}" dt="2025-11-27T06:46:46.476" v="3572" actId="20577"/>
        <pc:sldMkLst>
          <pc:docMk/>
          <pc:sldMk cId="3928062568" sldId="265"/>
        </pc:sldMkLst>
        <pc:spChg chg="mod">
          <ac:chgData name="Lindqvist, Peter" userId="b3c0f73a-210b-43df-9344-aeffed278c21" providerId="ADAL" clId="{12505373-13B4-4938-ABCE-48D2177E4938}" dt="2025-11-25T09:34:57.736" v="1389" actId="20577"/>
          <ac:spMkLst>
            <pc:docMk/>
            <pc:sldMk cId="3928062568" sldId="265"/>
            <ac:spMk id="2" creationId="{B3726255-B4C2-16FA-81DA-400927914F37}"/>
          </ac:spMkLst>
        </pc:spChg>
        <pc:spChg chg="add mod">
          <ac:chgData name="Lindqvist, Peter" userId="b3c0f73a-210b-43df-9344-aeffed278c21" providerId="ADAL" clId="{12505373-13B4-4938-ABCE-48D2177E4938}" dt="2025-11-25T12:40:57.910" v="3421" actId="20577"/>
          <ac:spMkLst>
            <pc:docMk/>
            <pc:sldMk cId="3928062568" sldId="265"/>
            <ac:spMk id="8" creationId="{C2FCE9F1-B762-F360-B315-148C825DAB2D}"/>
          </ac:spMkLst>
        </pc:spChg>
        <pc:picChg chg="add mod">
          <ac:chgData name="Lindqvist, Peter" userId="b3c0f73a-210b-43df-9344-aeffed278c21" providerId="ADAL" clId="{12505373-13B4-4938-ABCE-48D2177E4938}" dt="2025-11-25T12:40:45.494" v="3420" actId="14100"/>
          <ac:picMkLst>
            <pc:docMk/>
            <pc:sldMk cId="3928062568" sldId="265"/>
            <ac:picMk id="11" creationId="{F2340C1E-FAE9-57CE-18E1-C905579579C7}"/>
          </ac:picMkLst>
        </pc:picChg>
      </pc:sldChg>
      <pc:sldChg chg="delSp modSp add mod">
        <pc:chgData name="Lindqvist, Peter" userId="b3c0f73a-210b-43df-9344-aeffed278c21" providerId="ADAL" clId="{12505373-13B4-4938-ABCE-48D2177E4938}" dt="2025-11-26T07:50:03.229" v="3569" actId="20577"/>
        <pc:sldMkLst>
          <pc:docMk/>
          <pc:sldMk cId="2232771418" sldId="266"/>
        </pc:sldMkLst>
        <pc:spChg chg="mod">
          <ac:chgData name="Lindqvist, Peter" userId="b3c0f73a-210b-43df-9344-aeffed278c21" providerId="ADAL" clId="{12505373-13B4-4938-ABCE-48D2177E4938}" dt="2025-11-25T10:55:23.321" v="3071" actId="20577"/>
          <ac:spMkLst>
            <pc:docMk/>
            <pc:sldMk cId="2232771418" sldId="266"/>
            <ac:spMk id="2" creationId="{6B4972FD-F5CD-1176-2753-B9ED7C620AF8}"/>
          </ac:spMkLst>
        </pc:spChg>
        <pc:spChg chg="mod">
          <ac:chgData name="Lindqvist, Peter" userId="b3c0f73a-210b-43df-9344-aeffed278c21" providerId="ADAL" clId="{12505373-13B4-4938-ABCE-48D2177E4938}" dt="2025-11-26T07:50:03.229" v="3569" actId="20577"/>
          <ac:spMkLst>
            <pc:docMk/>
            <pc:sldMk cId="2232771418" sldId="266"/>
            <ac:spMk id="8" creationId="{81466161-EDAF-25B4-009C-121EE9CEC215}"/>
          </ac:spMkLst>
        </pc:spChg>
      </pc:sldChg>
      <pc:sldChg chg="addSp delSp modSp add mod">
        <pc:chgData name="Lindqvist, Peter" userId="b3c0f73a-210b-43df-9344-aeffed278c21" providerId="ADAL" clId="{12505373-13B4-4938-ABCE-48D2177E4938}" dt="2025-11-25T12:33:08.094" v="3257" actId="1076"/>
        <pc:sldMkLst>
          <pc:docMk/>
          <pc:sldMk cId="1855008438" sldId="267"/>
        </pc:sldMkLst>
        <pc:spChg chg="mod">
          <ac:chgData name="Lindqvist, Peter" userId="b3c0f73a-210b-43df-9344-aeffed278c21" providerId="ADAL" clId="{12505373-13B4-4938-ABCE-48D2177E4938}" dt="2025-11-25T09:45:44.543" v="1686" actId="20577"/>
          <ac:spMkLst>
            <pc:docMk/>
            <pc:sldMk cId="1855008438" sldId="267"/>
            <ac:spMk id="2" creationId="{52E2561F-4EED-BEEE-9C68-B3F7250F1546}"/>
          </ac:spMkLst>
        </pc:spChg>
        <pc:picChg chg="add mod">
          <ac:chgData name="Lindqvist, Peter" userId="b3c0f73a-210b-43df-9344-aeffed278c21" providerId="ADAL" clId="{12505373-13B4-4938-ABCE-48D2177E4938}" dt="2025-11-25T12:33:08.094" v="3257" actId="1076"/>
          <ac:picMkLst>
            <pc:docMk/>
            <pc:sldMk cId="1855008438" sldId="267"/>
            <ac:picMk id="3" creationId="{389C44C9-FD56-AC44-DEEC-8E6ED629529F}"/>
          </ac:picMkLst>
        </pc:picChg>
        <pc:picChg chg="add mod">
          <ac:chgData name="Lindqvist, Peter" userId="b3c0f73a-210b-43df-9344-aeffed278c21" providerId="ADAL" clId="{12505373-13B4-4938-ABCE-48D2177E4938}" dt="2025-11-25T12:33:06.302" v="3256" actId="14100"/>
          <ac:picMkLst>
            <pc:docMk/>
            <pc:sldMk cId="1855008438" sldId="267"/>
            <ac:picMk id="7" creationId="{73C8886F-B6D7-8FE4-C46D-94A4F16506F7}"/>
          </ac:picMkLst>
        </pc:picChg>
        <pc:picChg chg="add mod ord">
          <ac:chgData name="Lindqvist, Peter" userId="b3c0f73a-210b-43df-9344-aeffed278c21" providerId="ADAL" clId="{12505373-13B4-4938-ABCE-48D2177E4938}" dt="2025-11-25T09:46:05.787" v="1690" actId="22"/>
          <ac:picMkLst>
            <pc:docMk/>
            <pc:sldMk cId="1855008438" sldId="267"/>
            <ac:picMk id="8" creationId="{391396E1-5865-ACFF-941D-86F652678E22}"/>
          </ac:picMkLst>
        </pc:picChg>
      </pc:sldChg>
      <pc:sldChg chg="addSp delSp modSp add mod">
        <pc:chgData name="Lindqvist, Peter" userId="b3c0f73a-210b-43df-9344-aeffed278c21" providerId="ADAL" clId="{12505373-13B4-4938-ABCE-48D2177E4938}" dt="2025-11-25T12:44:56.613" v="3429" actId="20577"/>
        <pc:sldMkLst>
          <pc:docMk/>
          <pc:sldMk cId="3379351931" sldId="268"/>
        </pc:sldMkLst>
        <pc:spChg chg="mod">
          <ac:chgData name="Lindqvist, Peter" userId="b3c0f73a-210b-43df-9344-aeffed278c21" providerId="ADAL" clId="{12505373-13B4-4938-ABCE-48D2177E4938}" dt="2025-11-25T10:52:22.019" v="3032" actId="27636"/>
          <ac:spMkLst>
            <pc:docMk/>
            <pc:sldMk cId="3379351931" sldId="268"/>
            <ac:spMk id="2" creationId="{F33ADFF0-8817-4556-D830-3204C4F687DE}"/>
          </ac:spMkLst>
        </pc:spChg>
        <pc:spChg chg="mod">
          <ac:chgData name="Lindqvist, Peter" userId="b3c0f73a-210b-43df-9344-aeffed278c21" providerId="ADAL" clId="{12505373-13B4-4938-ABCE-48D2177E4938}" dt="2025-11-25T12:44:56.613" v="3429" actId="20577"/>
          <ac:spMkLst>
            <pc:docMk/>
            <pc:sldMk cId="3379351931" sldId="268"/>
            <ac:spMk id="8" creationId="{A98FBC24-0386-2414-390F-10F0493092B2}"/>
          </ac:spMkLst>
        </pc:spChg>
        <pc:picChg chg="add mod">
          <ac:chgData name="Lindqvist, Peter" userId="b3c0f73a-210b-43df-9344-aeffed278c21" providerId="ADAL" clId="{12505373-13B4-4938-ABCE-48D2177E4938}" dt="2025-11-25T10:52:33.495" v="3038" actId="1076"/>
          <ac:picMkLst>
            <pc:docMk/>
            <pc:sldMk cId="3379351931" sldId="268"/>
            <ac:picMk id="12" creationId="{8304C9BF-301C-6D2E-CC3F-DF4000AD8546}"/>
          </ac:picMkLst>
        </pc:picChg>
        <pc:picChg chg="add mod">
          <ac:chgData name="Lindqvist, Peter" userId="b3c0f73a-210b-43df-9344-aeffed278c21" providerId="ADAL" clId="{12505373-13B4-4938-ABCE-48D2177E4938}" dt="2025-11-25T10:52:32.103" v="3037" actId="1076"/>
          <ac:picMkLst>
            <pc:docMk/>
            <pc:sldMk cId="3379351931" sldId="268"/>
            <ac:picMk id="14" creationId="{F1F51ED1-DB6E-9ECC-DCCF-75BD2547461A}"/>
          </ac:picMkLst>
        </pc:picChg>
        <pc:picChg chg="add mod">
          <ac:chgData name="Lindqvist, Peter" userId="b3c0f73a-210b-43df-9344-aeffed278c21" providerId="ADAL" clId="{12505373-13B4-4938-ABCE-48D2177E4938}" dt="2025-11-25T10:52:42.070" v="3044" actId="1076"/>
          <ac:picMkLst>
            <pc:docMk/>
            <pc:sldMk cId="3379351931" sldId="268"/>
            <ac:picMk id="16" creationId="{D719C077-FF26-C6CA-ECD5-51784D6F9DDF}"/>
          </ac:picMkLst>
        </pc:picChg>
        <pc:picChg chg="add mod">
          <ac:chgData name="Lindqvist, Peter" userId="b3c0f73a-210b-43df-9344-aeffed278c21" providerId="ADAL" clId="{12505373-13B4-4938-ABCE-48D2177E4938}" dt="2025-11-25T10:52:27.047" v="3034" actId="1076"/>
          <ac:picMkLst>
            <pc:docMk/>
            <pc:sldMk cId="3379351931" sldId="268"/>
            <ac:picMk id="18" creationId="{B41FF150-B686-B2EB-3366-4A2DABD5C717}"/>
          </ac:picMkLst>
        </pc:picChg>
        <pc:picChg chg="add mod">
          <ac:chgData name="Lindqvist, Peter" userId="b3c0f73a-210b-43df-9344-aeffed278c21" providerId="ADAL" clId="{12505373-13B4-4938-ABCE-48D2177E4938}" dt="2025-11-25T10:52:46.446" v="3046" actId="1076"/>
          <ac:picMkLst>
            <pc:docMk/>
            <pc:sldMk cId="3379351931" sldId="268"/>
            <ac:picMk id="20" creationId="{8BBD7B2C-A0CD-8AF4-7D4D-1EE36A7F6C59}"/>
          </ac:picMkLst>
        </pc:picChg>
      </pc:sldChg>
      <pc:sldChg chg="addSp delSp modSp add mod">
        <pc:chgData name="Lindqvist, Peter" userId="b3c0f73a-210b-43df-9344-aeffed278c21" providerId="ADAL" clId="{12505373-13B4-4938-ABCE-48D2177E4938}" dt="2025-11-25T09:58:24.430" v="2071" actId="1076"/>
        <pc:sldMkLst>
          <pc:docMk/>
          <pc:sldMk cId="3748307531" sldId="269"/>
        </pc:sldMkLst>
        <pc:spChg chg="mod">
          <ac:chgData name="Lindqvist, Peter" userId="b3c0f73a-210b-43df-9344-aeffed278c21" providerId="ADAL" clId="{12505373-13B4-4938-ABCE-48D2177E4938}" dt="2025-11-25T09:58:11.801" v="2068" actId="20577"/>
          <ac:spMkLst>
            <pc:docMk/>
            <pc:sldMk cId="3748307531" sldId="269"/>
            <ac:spMk id="2" creationId="{854E1836-A940-D9B5-C9B3-315DDFF246E6}"/>
          </ac:spMkLst>
        </pc:spChg>
        <pc:spChg chg="mod">
          <ac:chgData name="Lindqvist, Peter" userId="b3c0f73a-210b-43df-9344-aeffed278c21" providerId="ADAL" clId="{12505373-13B4-4938-ABCE-48D2177E4938}" dt="2025-11-25T09:58:17.462" v="2069" actId="5793"/>
          <ac:spMkLst>
            <pc:docMk/>
            <pc:sldMk cId="3748307531" sldId="269"/>
            <ac:spMk id="8" creationId="{DD435512-B21E-022A-A1D8-48312921437F}"/>
          </ac:spMkLst>
        </pc:spChg>
        <pc:picChg chg="add mod">
          <ac:chgData name="Lindqvist, Peter" userId="b3c0f73a-210b-43df-9344-aeffed278c21" providerId="ADAL" clId="{12505373-13B4-4938-ABCE-48D2177E4938}" dt="2025-11-25T09:58:24.430" v="2071" actId="1076"/>
          <ac:picMkLst>
            <pc:docMk/>
            <pc:sldMk cId="3748307531" sldId="269"/>
            <ac:picMk id="4" creationId="{8B68FC62-8924-BFB9-FD5D-8B853B5229C3}"/>
          </ac:picMkLst>
        </pc:picChg>
      </pc:sldChg>
      <pc:sldChg chg="addSp delSp modSp add mod modClrScheme chgLayout">
        <pc:chgData name="Lindqvist, Peter" userId="b3c0f73a-210b-43df-9344-aeffed278c21" providerId="ADAL" clId="{12505373-13B4-4938-ABCE-48D2177E4938}" dt="2025-11-25T12:38:42.207" v="3363" actId="20578"/>
        <pc:sldMkLst>
          <pc:docMk/>
          <pc:sldMk cId="298993495" sldId="270"/>
        </pc:sldMkLst>
        <pc:spChg chg="mod ord">
          <ac:chgData name="Lindqvist, Peter" userId="b3c0f73a-210b-43df-9344-aeffed278c21" providerId="ADAL" clId="{12505373-13B4-4938-ABCE-48D2177E4938}" dt="2025-11-25T10:05:48.321" v="2122" actId="700"/>
          <ac:spMkLst>
            <pc:docMk/>
            <pc:sldMk cId="298993495" sldId="270"/>
            <ac:spMk id="2" creationId="{3862DFC1-EBA1-45E3-D918-96F0C486C1E2}"/>
          </ac:spMkLst>
        </pc:spChg>
        <pc:spChg chg="add mod ord">
          <ac:chgData name="Lindqvist, Peter" userId="b3c0f73a-210b-43df-9344-aeffed278c21" providerId="ADAL" clId="{12505373-13B4-4938-ABCE-48D2177E4938}" dt="2025-11-25T12:38:42.207" v="3363" actId="20578"/>
          <ac:spMkLst>
            <pc:docMk/>
            <pc:sldMk cId="298993495" sldId="270"/>
            <ac:spMk id="5" creationId="{B57E0D99-CBB1-DC82-B3DF-A1BB6F4811F5}"/>
          </ac:spMkLst>
        </pc:spChg>
        <pc:picChg chg="add mod">
          <ac:chgData name="Lindqvist, Peter" userId="b3c0f73a-210b-43df-9344-aeffed278c21" providerId="ADAL" clId="{12505373-13B4-4938-ABCE-48D2177E4938}" dt="2025-11-25T12:37:15.829" v="3291" actId="1076"/>
          <ac:picMkLst>
            <pc:docMk/>
            <pc:sldMk cId="298993495" sldId="270"/>
            <ac:picMk id="4" creationId="{D210A7C1-1FFF-C733-4FC4-47B94D579EDA}"/>
          </ac:picMkLst>
        </pc:picChg>
        <pc:picChg chg="add mod ord">
          <ac:chgData name="Lindqvist, Peter" userId="b3c0f73a-210b-43df-9344-aeffed278c21" providerId="ADAL" clId="{12505373-13B4-4938-ABCE-48D2177E4938}" dt="2025-11-25T10:47:12.854" v="2828" actId="1076"/>
          <ac:picMkLst>
            <pc:docMk/>
            <pc:sldMk cId="298993495" sldId="270"/>
            <ac:picMk id="9" creationId="{5EA8DDDD-B106-7CC1-0F33-7896016F4C89}"/>
          </ac:picMkLst>
        </pc:picChg>
      </pc:sldChg>
      <pc:sldChg chg="addSp delSp modSp new mod ord modClrScheme chgLayout">
        <pc:chgData name="Lindqvist, Peter" userId="b3c0f73a-210b-43df-9344-aeffed278c21" providerId="ADAL" clId="{12505373-13B4-4938-ABCE-48D2177E4938}" dt="2025-11-25T10:57:41.556" v="3155" actId="20577"/>
        <pc:sldMkLst>
          <pc:docMk/>
          <pc:sldMk cId="3669499273" sldId="271"/>
        </pc:sldMkLst>
        <pc:spChg chg="add mod ord">
          <ac:chgData name="Lindqvist, Peter" userId="b3c0f73a-210b-43df-9344-aeffed278c21" providerId="ADAL" clId="{12505373-13B4-4938-ABCE-48D2177E4938}" dt="2025-11-25T10:57:41.556" v="3155" actId="20577"/>
          <ac:spMkLst>
            <pc:docMk/>
            <pc:sldMk cId="3669499273" sldId="271"/>
            <ac:spMk id="4" creationId="{8A422AEE-B4BE-D66C-5C30-5517CCC1F021}"/>
          </ac:spMkLst>
        </pc:spChg>
        <pc:spChg chg="add mod ord">
          <ac:chgData name="Lindqvist, Peter" userId="b3c0f73a-210b-43df-9344-aeffed278c21" providerId="ADAL" clId="{12505373-13B4-4938-ABCE-48D2177E4938}" dt="2025-11-25T10:57:16.147" v="3136" actId="700"/>
          <ac:spMkLst>
            <pc:docMk/>
            <pc:sldMk cId="3669499273" sldId="271"/>
            <ac:spMk id="5" creationId="{EE0103EF-E355-A019-985F-B29A9676674F}"/>
          </ac:spMkLst>
        </pc:spChg>
      </pc:sldChg>
      <pc:sldChg chg="add">
        <pc:chgData name="Lindqvist, Peter" userId="b3c0f73a-210b-43df-9344-aeffed278c21" providerId="ADAL" clId="{12505373-13B4-4938-ABCE-48D2177E4938}" dt="2025-11-25T10:57:31.100" v="3149" actId="2890"/>
        <pc:sldMkLst>
          <pc:docMk/>
          <pc:sldMk cId="270177736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A1646-503D-4E10-81E9-4721FFA4F8F7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03F1E-E834-4FC1-B709-24D8C63810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502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Interesting</a:t>
            </a:r>
            <a:r>
              <a:rPr lang="sv-SE" dirty="0"/>
              <a:t> observation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03F1E-E834-4FC1-B709-24D8C63810D3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25529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03F1E-E834-4FC1-B709-24D8C63810D3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95063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03F1E-E834-4FC1-B709-24D8C63810D3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6520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03F1E-E834-4FC1-B709-24D8C63810D3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35311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03F1E-E834-4FC1-B709-24D8C63810D3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7167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03F1E-E834-4FC1-B709-24D8C63810D3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838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404E3-4B10-A09E-60BC-27BA0CCF3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ECE35-9A97-E410-4EE6-07F9BAAE4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8FE8F-FD08-0873-9A33-0EA0A4BC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38A59-FDD9-71AC-118F-6DE963D67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3F40A-8A7D-0748-EC07-C63C92FB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3405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53168-236F-41EB-E8DB-EFA911EF3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F82B-3E02-E02E-5626-42C9BCEAD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A70B3-988E-0F86-B49B-B5E97403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17FE-C69C-B715-C6BD-A9C335CA1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A1DAA-3CBC-2F8F-185E-E6F69454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998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29C4-A627-D21F-9D65-453738E7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AFBE5-3D4A-B898-1564-71201B0C1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1DF8C-CEE0-8F23-534C-7F5D727FD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E8B0C-DAA1-BDB3-78FE-92FFEFFA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91990-63CA-CC6F-3445-F6D48096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173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6EA8-C3B4-C48E-EAD3-4A9074BE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FDBE4-155A-AD5C-B09B-6EC3DFC92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7541F-A0E1-3320-AF8A-E20A79620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319B7-D5A4-B784-DFDE-6620D321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D2048-6A42-EF0C-18B7-48ED0D7F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86DA2-DDE8-D674-48E1-6DC662B9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2350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3FD3-82E3-F394-C6D6-016243E4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7EA71-559D-909C-7DF4-88E9FD2F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67047-E90C-58C9-DD57-EBCD5A0B1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F54C8-4CD3-82D8-C1F1-0E4629E26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E7F94-A8D1-7D76-1404-641B733A7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3BE81-23C6-EBA4-8DF8-F13A3AAC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B6C16-AB78-06BB-6ACB-F7BE65B1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73CD8-70FC-E4FA-3ED2-A4549238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212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F2AB-109E-86EA-55A0-2E33124C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5924E0-4E39-B771-BF52-2A8DE898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70DF8-33EE-5C99-3C54-FD33E0F1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BB76A-491E-73D2-B374-859C2906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470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DABFB-D326-5867-D35C-E903A4FAF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55D6B-26CB-493B-A0C6-54B03990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1B393-FA28-F80E-7CF5-8563A33A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2290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897E-E086-C153-7557-948BAD62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EA186-447A-E360-45E9-78EDE29CC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AC1E7-29C7-03EB-81CF-FF8513EE1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23D68-686B-8E04-7E8E-3B1D6293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2485D-C5A1-02BA-39FD-45E76D9E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10FA3-D94A-BFB9-65F8-32FA9385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9256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5FB4-655A-DC7F-44C7-5CEA6F8A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5D617B-CB2A-D765-91D5-A2EAD7E80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7641C-52AB-E06E-1246-A78478BEB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DCCFE-9054-9510-F4A4-157B7C9E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3E090-3D8B-908F-2975-2A8EFA58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A6DAF-EA13-F803-C8F5-BA84923E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6208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9414D-A975-9FFE-5127-F45F862B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90D86-673C-6B50-0C56-1A5F1AAE7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E8EFF-3347-4863-2CE9-357B4A356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336E4-B26A-75DA-9CBE-E0AC2563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4824B-439B-0086-D295-0C42229B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5944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B71D7-7C9D-D32E-4352-480ED01EE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72F4E-6A31-23F5-BE0F-B8B5BF963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CE809-61C6-2D72-A468-EC897EAC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C1A79-1F15-F419-091E-DF6E69E1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9742C-CDF2-2629-A3F0-1BA30544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024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E917A-E883-43F2-5713-5E216971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C80E8-8C12-5EA2-36D1-EAAD36FEC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CEBA8-5853-C879-1E85-2EF665039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88325-EC6A-4690-ADBA-69DFD7B621FC}" type="datetimeFigureOut">
              <a:rPr lang="sv-SE" smtClean="0"/>
              <a:t>2025-11-26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BCA71-2D90-D6E6-BE21-C4332C8B6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FFCF2-045D-B466-A555-C5F30472F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08686-5183-4AD6-97B6-510E258C24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618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fftale1999/cpp_embedded_assignme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okwi.com/projects/44549761884119449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513AC-8A30-7769-260E-29E26E24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1996 vs. 2025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35DC8-8520-61E7-577C-6C511718B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1996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6059E-EF6D-C5B1-F907-6CF06224A5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sv-SE" dirty="0"/>
              <a:t>Book</a:t>
            </a:r>
          </a:p>
          <a:p>
            <a:r>
              <a:rPr lang="sv-SE" dirty="0"/>
              <a:t>Pascal</a:t>
            </a:r>
          </a:p>
          <a:p>
            <a:r>
              <a:rPr lang="sv-SE" dirty="0" err="1"/>
              <a:t>Assignment</a:t>
            </a:r>
            <a:r>
              <a:rPr lang="sv-SE" dirty="0"/>
              <a:t> pen &amp; paper</a:t>
            </a:r>
          </a:p>
          <a:p>
            <a:endParaRPr lang="sv-S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24200E-62AF-43E1-3C63-4799BC933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sv-SE" dirty="0"/>
              <a:t>2025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D8EE276-C9BB-E3BB-1558-B9A75A0C2A1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sv-SE" dirty="0"/>
              <a:t>Google</a:t>
            </a:r>
          </a:p>
          <a:p>
            <a:r>
              <a:rPr lang="sv-SE" dirty="0"/>
              <a:t>Youtube</a:t>
            </a:r>
          </a:p>
          <a:p>
            <a:r>
              <a:rPr lang="sv-SE" dirty="0"/>
              <a:t>AI</a:t>
            </a:r>
          </a:p>
          <a:p>
            <a:r>
              <a:rPr lang="sv-SE" dirty="0"/>
              <a:t>Intelligent IDE</a:t>
            </a:r>
          </a:p>
          <a:p>
            <a:r>
              <a:rPr lang="sv-SE" dirty="0"/>
              <a:t>C++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5787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422AEE-B4BE-D66C-5C30-5517CCC1F0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 err="1"/>
              <a:t>Assignment</a:t>
            </a:r>
            <a:r>
              <a:rPr lang="sv-SE" dirty="0"/>
              <a:t> 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E0103EF-E355-A019-985F-B29A96766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6949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25F3-566B-323C-8871-E7D65C86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Assignment</a:t>
            </a:r>
            <a:r>
              <a:rPr lang="sv-SE" dirty="0"/>
              <a:t> 2 – Company </a:t>
            </a:r>
            <a:r>
              <a:rPr lang="sv-SE" dirty="0" err="1"/>
              <a:t>Adds</a:t>
            </a:r>
            <a:r>
              <a:rPr lang="sv-SE" dirty="0"/>
              <a:t> on LCD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C83155-D9C5-91BD-3A9A-C42C3295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Started with template: 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lafftale1999/</a:t>
            </a:r>
            <a:r>
              <a:rPr lang="en-US" sz="2400" dirty="0" err="1">
                <a:hlinkClick r:id="rId3"/>
              </a:rPr>
              <a:t>cpp_embedded_assignment</a:t>
            </a:r>
            <a:r>
              <a:rPr lang="en-US" sz="2400" dirty="0">
                <a:hlinkClick r:id="rId3"/>
              </a:rPr>
              <a:t>: Template for the graded assignment regarding the embedded objectives of the "C++ for developers" course.</a:t>
            </a:r>
            <a:endParaRPr lang="en-US" sz="2400" dirty="0"/>
          </a:p>
          <a:p>
            <a:r>
              <a:rPr lang="en-US" sz="2400" dirty="0"/>
              <a:t>Uploaded and tested code on: </a:t>
            </a:r>
            <a:r>
              <a:rPr lang="en-US" sz="2400" dirty="0">
                <a:hlinkClick r:id="rId4"/>
              </a:rPr>
              <a:t>https://wokwi.com/projects/445497618841194497</a:t>
            </a:r>
            <a:r>
              <a:rPr lang="en-US" sz="2400" dirty="0"/>
              <a:t> 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4312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2A515-7A21-2B9C-E871-F113FADA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Lcd_driver.hpp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E7EA13-D62C-6CD6-5455-2E87AC21FB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v-SE" sz="1600" dirty="0" err="1"/>
              <a:t>Used</a:t>
            </a:r>
            <a:r>
              <a:rPr lang="sv-SE" sz="1600" dirty="0"/>
              <a:t> </a:t>
            </a:r>
            <a:r>
              <a:rPr lang="sv-SE" sz="1600" dirty="0" err="1"/>
              <a:t>macros</a:t>
            </a:r>
            <a:r>
              <a:rPr lang="sv-SE" sz="1600" dirty="0"/>
              <a:t> </a:t>
            </a:r>
            <a:r>
              <a:rPr lang="sv-SE" sz="1600" dirty="0" err="1"/>
              <a:t>defined</a:t>
            </a:r>
            <a:r>
              <a:rPr lang="sv-SE" sz="1600" dirty="0"/>
              <a:t> in lcd_driver.hpp to setup pins (2 – 7) on the </a:t>
            </a:r>
            <a:r>
              <a:rPr lang="sv-SE" sz="1600" dirty="0" err="1"/>
              <a:t>Arduino</a:t>
            </a:r>
            <a:endParaRPr lang="sv-SE" sz="1600" dirty="0"/>
          </a:p>
          <a:p>
            <a:r>
              <a:rPr lang="sv-SE" sz="1600" dirty="0"/>
              <a:t>Step 1: </a:t>
            </a:r>
            <a:r>
              <a:rPr lang="sv-SE" sz="1600" dirty="0" err="1"/>
              <a:t>define</a:t>
            </a:r>
            <a:r>
              <a:rPr lang="sv-SE" sz="1600" dirty="0"/>
              <a:t> all as </a:t>
            </a:r>
            <a:r>
              <a:rPr lang="sv-SE" sz="1600" dirty="0" err="1"/>
              <a:t>out</a:t>
            </a:r>
            <a:r>
              <a:rPr lang="sv-SE" sz="1600" dirty="0"/>
              <a:t> ports </a:t>
            </a:r>
          </a:p>
          <a:p>
            <a:r>
              <a:rPr lang="sv-SE" sz="1600" dirty="0"/>
              <a:t>Step 2: set pin 2 and 3 to LOW</a:t>
            </a:r>
            <a:br>
              <a:rPr lang="sv-SE" dirty="0"/>
            </a:br>
            <a:endParaRPr lang="sv-S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EED036-9B8F-27B9-AEE3-54A54AF57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257" y="3223623"/>
            <a:ext cx="2444759" cy="2953340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6FB99769-068A-A5A3-EB66-5779583355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2" y="1374775"/>
            <a:ext cx="5424311" cy="457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6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412A-DA15-DC10-23AF-67EBD87F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Class </a:t>
            </a:r>
            <a:r>
              <a:rPr lang="sv-SE" dirty="0" err="1"/>
              <a:t>CompanyAdds</a:t>
            </a:r>
            <a:endParaRPr lang="sv-SE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D34CFDC-AEB6-4A71-4D80-D554E16483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v-SE" dirty="0"/>
              <a:t>Class </a:t>
            </a:r>
            <a:r>
              <a:rPr lang="sv-SE" dirty="0" err="1"/>
              <a:t>CompanyAdds</a:t>
            </a:r>
            <a:r>
              <a:rPr lang="sv-SE" dirty="0"/>
              <a:t> </a:t>
            </a:r>
            <a:r>
              <a:rPr lang="sv-SE" dirty="0" err="1"/>
              <a:t>contains</a:t>
            </a:r>
            <a:r>
              <a:rPr lang="sv-SE" dirty="0"/>
              <a:t> all information for a </a:t>
            </a:r>
            <a:r>
              <a:rPr lang="sv-SE" dirty="0" err="1"/>
              <a:t>company</a:t>
            </a:r>
            <a:r>
              <a:rPr lang="sv-SE" dirty="0"/>
              <a:t>:</a:t>
            </a:r>
            <a:br>
              <a:rPr lang="sv-SE" dirty="0"/>
            </a:br>
            <a:br>
              <a:rPr lang="sv-SE" dirty="0"/>
            </a:br>
            <a:r>
              <a:rPr lang="sv-SE" dirty="0"/>
              <a:t>- </a:t>
            </a:r>
            <a:r>
              <a:rPr lang="sv-SE" dirty="0" err="1"/>
              <a:t>Paid</a:t>
            </a:r>
            <a:r>
              <a:rPr lang="sv-SE" dirty="0"/>
              <a:t> </a:t>
            </a:r>
            <a:r>
              <a:rPr lang="sv-SE" dirty="0" err="1"/>
              <a:t>amount</a:t>
            </a:r>
            <a:br>
              <a:rPr lang="sv-SE" dirty="0"/>
            </a:br>
            <a:r>
              <a:rPr lang="sv-SE" dirty="0"/>
              <a:t>- Company </a:t>
            </a:r>
            <a:r>
              <a:rPr lang="sv-SE" dirty="0" err="1"/>
              <a:t>name</a:t>
            </a:r>
            <a:br>
              <a:rPr lang="sv-SE" dirty="0"/>
            </a:br>
            <a:r>
              <a:rPr lang="sv-SE" dirty="0"/>
              <a:t>- Company </a:t>
            </a:r>
            <a:r>
              <a:rPr lang="sv-SE" dirty="0" err="1"/>
              <a:t>adds</a:t>
            </a:r>
            <a:r>
              <a:rPr lang="sv-SE" dirty="0"/>
              <a:t> (3)</a:t>
            </a:r>
            <a:br>
              <a:rPr lang="sv-SE" dirty="0"/>
            </a:br>
            <a:r>
              <a:rPr lang="sv-SE" dirty="0"/>
              <a:t>- </a:t>
            </a:r>
            <a:r>
              <a:rPr lang="sv-SE" dirty="0" err="1"/>
              <a:t>Add</a:t>
            </a:r>
            <a:r>
              <a:rPr lang="sv-SE" dirty="0"/>
              <a:t> blink info</a:t>
            </a:r>
          </a:p>
        </p:txBody>
      </p:sp>
      <p:pic>
        <p:nvPicPr>
          <p:cNvPr id="25" name="Content Placeholder 19">
            <a:extLst>
              <a:ext uri="{FF2B5EF4-FFF2-40B4-BE49-F238E27FC236}">
                <a16:creationId xmlns:a16="http://schemas.microsoft.com/office/drawing/2014/main" id="{7F9F6991-2198-EAA9-1C3A-A4368381E1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09842" y="1825625"/>
            <a:ext cx="45063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55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5643E-A274-E856-08DE-8942F2EBC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Selection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to show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8BE7C4-E981-B271-A498-A2712247B1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 err="1"/>
              <a:t>Assumes</a:t>
            </a:r>
            <a:r>
              <a:rPr lang="sv-SE" dirty="0"/>
              <a:t> 35 </a:t>
            </a:r>
            <a:r>
              <a:rPr lang="sv-SE" dirty="0" err="1"/>
              <a:t>commercial</a:t>
            </a:r>
            <a:r>
              <a:rPr lang="sv-SE" dirty="0"/>
              <a:t> </a:t>
            </a:r>
            <a:r>
              <a:rPr lang="sv-SE" dirty="0" err="1"/>
              <a:t>slots</a:t>
            </a:r>
            <a:r>
              <a:rPr lang="sv-SE" dirty="0"/>
              <a:t> in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eternal</a:t>
            </a:r>
            <a:r>
              <a:rPr lang="sv-SE" dirty="0"/>
              <a:t> loop</a:t>
            </a:r>
          </a:p>
          <a:p>
            <a:r>
              <a:rPr lang="sv-SE" dirty="0" err="1"/>
              <a:t>Based</a:t>
            </a:r>
            <a:r>
              <a:rPr lang="sv-SE" dirty="0"/>
              <a:t> on </a:t>
            </a:r>
            <a:r>
              <a:rPr lang="sv-SE" dirty="0" err="1"/>
              <a:t>what</a:t>
            </a:r>
            <a:r>
              <a:rPr lang="sv-SE" dirty="0"/>
              <a:t> the </a:t>
            </a:r>
            <a:r>
              <a:rPr lang="sv-SE" dirty="0" err="1"/>
              <a:t>company</a:t>
            </a:r>
            <a:r>
              <a:rPr lang="sv-SE" dirty="0"/>
              <a:t> has </a:t>
            </a:r>
            <a:r>
              <a:rPr lang="sv-SE" dirty="0" err="1"/>
              <a:t>paid</a:t>
            </a:r>
            <a:r>
              <a:rPr lang="sv-SE" dirty="0"/>
              <a:t> </a:t>
            </a:r>
            <a:r>
              <a:rPr lang="sv-SE" dirty="0" err="1"/>
              <a:t>they</a:t>
            </a:r>
            <a:r>
              <a:rPr lang="sv-SE" dirty="0"/>
              <a:t> get a </a:t>
            </a:r>
            <a:r>
              <a:rPr lang="sv-SE" dirty="0" err="1"/>
              <a:t>number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slots</a:t>
            </a:r>
            <a:r>
              <a:rPr lang="sv-SE" dirty="0"/>
              <a:t> (3 to 11)</a:t>
            </a:r>
          </a:p>
          <a:p>
            <a:r>
              <a:rPr lang="sv-SE" dirty="0" err="1"/>
              <a:t>Runs</a:t>
            </a:r>
            <a:r>
              <a:rPr lang="sv-SE" dirty="0"/>
              <a:t> a for loop in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while</a:t>
            </a:r>
            <a:r>
              <a:rPr lang="sv-SE" dirty="0"/>
              <a:t> loop</a:t>
            </a:r>
          </a:p>
          <a:p>
            <a:r>
              <a:rPr lang="sv-SE" dirty="0"/>
              <a:t>and </a:t>
            </a:r>
            <a:r>
              <a:rPr lang="sv-SE" dirty="0" err="1"/>
              <a:t>add</a:t>
            </a:r>
            <a:r>
              <a:rPr lang="sv-SE" dirty="0"/>
              <a:t> is </a:t>
            </a:r>
            <a:r>
              <a:rPr lang="sv-SE" dirty="0" err="1"/>
              <a:t>selectedIn</a:t>
            </a:r>
            <a:r>
              <a:rPr lang="sv-SE" dirty="0"/>
              <a:t> the for loop </a:t>
            </a:r>
            <a:r>
              <a:rPr lang="sv-SE" dirty="0" err="1"/>
              <a:t>both</a:t>
            </a:r>
            <a:r>
              <a:rPr lang="sv-SE" dirty="0"/>
              <a:t> </a:t>
            </a:r>
            <a:r>
              <a:rPr lang="sv-SE" dirty="0" err="1"/>
              <a:t>company</a:t>
            </a:r>
            <a:r>
              <a:rPr lang="sv-SE" dirty="0"/>
              <a:t> </a:t>
            </a:r>
          </a:p>
          <a:p>
            <a:endParaRPr lang="sv-SE" dirty="0"/>
          </a:p>
          <a:p>
            <a:pPr marL="0" indent="0">
              <a:buNone/>
            </a:pPr>
            <a:r>
              <a:rPr lang="sv-SE" dirty="0"/>
              <a:t>…</a:t>
            </a:r>
            <a:r>
              <a:rPr lang="sv-SE" dirty="0" err="1"/>
              <a:t>Could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cause be </a:t>
            </a:r>
            <a:r>
              <a:rPr lang="sv-SE" dirty="0" err="1"/>
              <a:t>done</a:t>
            </a:r>
            <a:r>
              <a:rPr lang="sv-SE" dirty="0"/>
              <a:t> in a </a:t>
            </a:r>
            <a:r>
              <a:rPr lang="sv-SE" dirty="0" err="1"/>
              <a:t>nicer</a:t>
            </a:r>
            <a:r>
              <a:rPr lang="sv-SE" dirty="0"/>
              <a:t> </a:t>
            </a:r>
            <a:r>
              <a:rPr lang="sv-SE" dirty="0" err="1"/>
              <a:t>way</a:t>
            </a:r>
            <a:r>
              <a:rPr lang="sv-SE" dirty="0"/>
              <a:t>…</a:t>
            </a:r>
          </a:p>
          <a:p>
            <a:pPr marL="0" indent="0">
              <a:buNone/>
            </a:pPr>
            <a:br>
              <a:rPr lang="sv-SE" dirty="0"/>
            </a:br>
            <a:endParaRPr lang="sv-SE" dirty="0"/>
          </a:p>
          <a:p>
            <a:endParaRPr lang="sv-S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43CDE83-1C1B-E5C5-B6AD-12913DD71F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2206625"/>
            <a:ext cx="5181600" cy="290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9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F27FB-2C3F-CD1E-650C-10B34E08D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main.cpp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A5B84-5FDD-F940-803B-A2CAB9BA30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 err="1"/>
              <a:t>Init</a:t>
            </a:r>
            <a:r>
              <a:rPr lang="sv-SE" dirty="0"/>
              <a:t>:</a:t>
            </a:r>
          </a:p>
          <a:p>
            <a:pPr marL="0" indent="0">
              <a:buNone/>
            </a:pPr>
            <a:r>
              <a:rPr lang="sv-SE" sz="1600" dirty="0"/>
              <a:t>- </a:t>
            </a:r>
            <a:r>
              <a:rPr lang="sv-SE" sz="1600" dirty="0" err="1"/>
              <a:t>Create</a:t>
            </a:r>
            <a:r>
              <a:rPr lang="sv-SE" sz="1600" dirty="0"/>
              <a:t> an </a:t>
            </a:r>
            <a:r>
              <a:rPr lang="sv-SE" sz="1600" dirty="0" err="1"/>
              <a:t>instance</a:t>
            </a:r>
            <a:r>
              <a:rPr lang="sv-SE" sz="1600" dirty="0"/>
              <a:t> LCD </a:t>
            </a:r>
            <a:r>
              <a:rPr lang="sv-SE" sz="1600" dirty="0" err="1"/>
              <a:t>of</a:t>
            </a:r>
            <a:r>
              <a:rPr lang="sv-SE" sz="1600" dirty="0"/>
              <a:t> </a:t>
            </a:r>
            <a:r>
              <a:rPr lang="sv-SE" sz="1600" dirty="0" err="1"/>
              <a:t>class</a:t>
            </a:r>
            <a:r>
              <a:rPr lang="sv-SE" sz="1600" dirty="0"/>
              <a:t> hd44780</a:t>
            </a:r>
            <a:br>
              <a:rPr lang="sv-SE" sz="1600" dirty="0"/>
            </a:br>
            <a:br>
              <a:rPr lang="sv-SE" sz="1600" dirty="0"/>
            </a:br>
            <a:r>
              <a:rPr lang="sv-SE" sz="1600" dirty="0"/>
              <a:t>- </a:t>
            </a:r>
            <a:r>
              <a:rPr lang="sv-SE" sz="1600" dirty="0" err="1"/>
              <a:t>Create</a:t>
            </a:r>
            <a:r>
              <a:rPr lang="sv-SE" sz="1600" dirty="0"/>
              <a:t> 5 </a:t>
            </a:r>
            <a:r>
              <a:rPr lang="sv-SE" sz="1600" dirty="0" err="1"/>
              <a:t>instances</a:t>
            </a:r>
            <a:r>
              <a:rPr lang="sv-SE" sz="1600" dirty="0"/>
              <a:t> </a:t>
            </a:r>
            <a:r>
              <a:rPr lang="sv-SE" sz="1600" dirty="0" err="1"/>
              <a:t>of</a:t>
            </a:r>
            <a:r>
              <a:rPr lang="sv-SE" sz="1600" dirty="0"/>
              <a:t> </a:t>
            </a:r>
            <a:r>
              <a:rPr lang="sv-SE" sz="1600" dirty="0" err="1"/>
              <a:t>class</a:t>
            </a:r>
            <a:r>
              <a:rPr lang="sv-SE" sz="1600" dirty="0"/>
              <a:t> </a:t>
            </a:r>
            <a:r>
              <a:rPr lang="sv-SE" sz="1600" dirty="0" err="1"/>
              <a:t>CompanyAdd</a:t>
            </a:r>
            <a:r>
              <a:rPr lang="sv-SE" sz="1600" dirty="0"/>
              <a:t>. </a:t>
            </a:r>
            <a:r>
              <a:rPr lang="sv-SE" sz="1600" dirty="0" err="1"/>
              <a:t>Put</a:t>
            </a:r>
            <a:r>
              <a:rPr lang="sv-SE" sz="1600" dirty="0"/>
              <a:t> </a:t>
            </a:r>
            <a:r>
              <a:rPr lang="sv-SE" sz="1600" dirty="0" err="1"/>
              <a:t>them</a:t>
            </a:r>
            <a:r>
              <a:rPr lang="sv-SE" sz="1600" dirty="0"/>
              <a:t> in an </a:t>
            </a:r>
            <a:r>
              <a:rPr lang="sv-SE" sz="1600" dirty="0" err="1"/>
              <a:t>array</a:t>
            </a:r>
            <a:endParaRPr lang="sv-SE" sz="1600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br>
              <a:rPr lang="sv-SE" dirty="0"/>
            </a:br>
            <a:endParaRPr lang="sv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26AA9-076C-39CE-A741-A73E3FAFA8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 err="1"/>
              <a:t>Eternal</a:t>
            </a:r>
            <a:r>
              <a:rPr lang="sv-SE" dirty="0"/>
              <a:t> loop:</a:t>
            </a:r>
          </a:p>
          <a:p>
            <a:pPr>
              <a:buFontTx/>
              <a:buChar char="-"/>
            </a:pPr>
            <a:r>
              <a:rPr lang="sv-SE" sz="1600" dirty="0"/>
              <a:t>Show </a:t>
            </a:r>
            <a:r>
              <a:rPr lang="sv-SE" sz="1600" dirty="0" err="1"/>
              <a:t>company</a:t>
            </a:r>
            <a:r>
              <a:rPr lang="sv-SE" sz="1600" dirty="0"/>
              <a:t> </a:t>
            </a:r>
            <a:r>
              <a:rPr lang="sv-SE" sz="1600" dirty="0" err="1"/>
              <a:t>name</a:t>
            </a:r>
            <a:r>
              <a:rPr lang="sv-SE" sz="1600" dirty="0"/>
              <a:t> for 5 s</a:t>
            </a:r>
          </a:p>
          <a:p>
            <a:pPr>
              <a:buFontTx/>
              <a:buChar char="-"/>
            </a:pPr>
            <a:r>
              <a:rPr lang="sv-SE" sz="1600" dirty="0"/>
              <a:t>Check </a:t>
            </a:r>
            <a:r>
              <a:rPr lang="sv-SE" sz="1600" dirty="0" err="1"/>
              <a:t>if</a:t>
            </a:r>
            <a:r>
              <a:rPr lang="sv-SE" sz="1600" dirty="0"/>
              <a:t> </a:t>
            </a:r>
            <a:r>
              <a:rPr lang="sv-SE" sz="1600" dirty="0" err="1"/>
              <a:t>add</a:t>
            </a:r>
            <a:r>
              <a:rPr lang="sv-SE" sz="1600" dirty="0"/>
              <a:t> </a:t>
            </a:r>
            <a:r>
              <a:rPr lang="sv-SE" sz="1600" dirty="0" err="1"/>
              <a:t>shall</a:t>
            </a:r>
            <a:r>
              <a:rPr lang="sv-SE" sz="1600" dirty="0"/>
              <a:t> blink</a:t>
            </a:r>
          </a:p>
          <a:p>
            <a:pPr>
              <a:buFontTx/>
              <a:buChar char="-"/>
            </a:pPr>
            <a:r>
              <a:rPr lang="sv-SE" sz="1600" dirty="0"/>
              <a:t>Show </a:t>
            </a:r>
            <a:r>
              <a:rPr lang="sv-SE" sz="1600" dirty="0" err="1"/>
              <a:t>add</a:t>
            </a:r>
            <a:r>
              <a:rPr lang="sv-SE" sz="1600" dirty="0"/>
              <a:t> for 10 s, </a:t>
            </a:r>
            <a:r>
              <a:rPr lang="sv-SE" sz="1600" dirty="0" err="1"/>
              <a:t>using</a:t>
            </a:r>
            <a:r>
              <a:rPr lang="sv-SE" sz="1600" dirty="0"/>
              <a:t> </a:t>
            </a:r>
            <a:r>
              <a:rPr lang="sv-SE" sz="1600" dirty="0" err="1"/>
              <a:t>method</a:t>
            </a:r>
            <a:r>
              <a:rPr lang="sv-SE" sz="1600" dirty="0"/>
              <a:t> </a:t>
            </a:r>
            <a:r>
              <a:rPr lang="sv-SE" sz="1600" i="1" dirty="0" err="1"/>
              <a:t>blink_text</a:t>
            </a:r>
            <a:r>
              <a:rPr lang="sv-SE" sz="1600" i="1" dirty="0"/>
              <a:t> </a:t>
            </a:r>
            <a:r>
              <a:rPr lang="sv-SE" sz="1600" dirty="0"/>
              <a:t>or </a:t>
            </a:r>
            <a:r>
              <a:rPr lang="sv-SE" sz="1600" i="1" dirty="0" err="1"/>
              <a:t>write_text</a:t>
            </a:r>
            <a:r>
              <a:rPr lang="sv-SE" sz="1600" i="1" dirty="0"/>
              <a:t> 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985DE-1B57-55D8-83A7-6FEB80273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32" y="3819526"/>
            <a:ext cx="5019471" cy="2057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AE5ADF-2F9C-0C08-AEB3-57D3BF27A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60" y="3638041"/>
            <a:ext cx="4613830" cy="24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9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B982-C360-0DC4-1564-A0054E9A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C33D87-F268-98AE-E2F4-68026DCE7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 err="1"/>
              <a:t>Assignment</a:t>
            </a:r>
            <a:r>
              <a:rPr lang="sv-SE" dirty="0"/>
              <a:t> 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5DDD607-DC65-E4B1-5A6E-7D5FD5304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0177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B4456-5534-75CB-1CA6-0712D3E6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CC5E-1027-BD4D-6284-B647B914B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Assignment</a:t>
            </a:r>
            <a:r>
              <a:rPr lang="sv-SE" dirty="0"/>
              <a:t> 1 – </a:t>
            </a:r>
            <a:r>
              <a:rPr lang="sv-SE" dirty="0" err="1"/>
              <a:t>Secure</a:t>
            </a:r>
            <a:r>
              <a:rPr lang="sv-SE" dirty="0"/>
              <a:t> </a:t>
            </a:r>
            <a:r>
              <a:rPr lang="sv-SE" dirty="0" err="1"/>
              <a:t>card</a:t>
            </a:r>
            <a:r>
              <a:rPr lang="sv-SE" dirty="0"/>
              <a:t> system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CF681B-40D0-80F6-92D3-5E58877FC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Implementation </a:t>
            </a:r>
            <a:r>
              <a:rPr lang="sv-SE" dirty="0" err="1"/>
              <a:t>done</a:t>
            </a:r>
            <a:r>
              <a:rPr lang="sv-SE" dirty="0"/>
              <a:t> in a </a:t>
            </a:r>
            <a:r>
              <a:rPr lang="sv-SE" dirty="0" err="1"/>
              <a:t>traditional</a:t>
            </a:r>
            <a:r>
              <a:rPr lang="sv-SE" dirty="0"/>
              <a:t> </a:t>
            </a:r>
            <a:r>
              <a:rPr lang="sv-SE" dirty="0" err="1"/>
              <a:t>way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a </a:t>
            </a:r>
            <a:r>
              <a:rPr lang="sv-SE" dirty="0" err="1"/>
              <a:t>state</a:t>
            </a:r>
            <a:r>
              <a:rPr lang="sv-SE" dirty="0"/>
              <a:t> </a:t>
            </a:r>
            <a:r>
              <a:rPr lang="sv-SE" dirty="0" err="1"/>
              <a:t>machine</a:t>
            </a:r>
            <a:r>
              <a:rPr lang="sv-SE" dirty="0"/>
              <a:t> </a:t>
            </a:r>
            <a:r>
              <a:rPr lang="sv-SE" dirty="0" err="1"/>
              <a:t>representated</a:t>
            </a:r>
            <a:r>
              <a:rPr lang="sv-SE" dirty="0"/>
              <a:t> by enumeration </a:t>
            </a:r>
            <a:r>
              <a:rPr lang="sv-SE" dirty="0" err="1"/>
              <a:t>values</a:t>
            </a:r>
            <a:endParaRPr lang="sv-SE" dirty="0"/>
          </a:p>
          <a:p>
            <a:r>
              <a:rPr lang="sv-SE" dirty="0"/>
              <a:t>In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state</a:t>
            </a:r>
            <a:r>
              <a:rPr lang="sv-SE" dirty="0"/>
              <a:t> different </a:t>
            </a:r>
            <a:r>
              <a:rPr lang="sv-SE" dirty="0" err="1"/>
              <a:t>functions</a:t>
            </a:r>
            <a:r>
              <a:rPr lang="sv-SE" dirty="0"/>
              <a:t> </a:t>
            </a:r>
            <a:r>
              <a:rPr lang="sv-SE" dirty="0" err="1"/>
              <a:t>performs</a:t>
            </a:r>
            <a:r>
              <a:rPr lang="sv-SE" dirty="0"/>
              <a:t> the tasks</a:t>
            </a:r>
          </a:p>
          <a:p>
            <a:r>
              <a:rPr lang="sv-SE" dirty="0" err="1"/>
              <a:t>Intentionally</a:t>
            </a:r>
            <a:r>
              <a:rPr lang="sv-SE" dirty="0"/>
              <a:t> </a:t>
            </a:r>
            <a:r>
              <a:rPr lang="sv-SE" dirty="0" err="1"/>
              <a:t>done</a:t>
            </a:r>
            <a:r>
              <a:rPr lang="sv-SE" dirty="0"/>
              <a:t> in a C style </a:t>
            </a:r>
            <a:r>
              <a:rPr lang="sv-SE" dirty="0" err="1"/>
              <a:t>way</a:t>
            </a:r>
            <a:r>
              <a:rPr lang="sv-SE" dirty="0"/>
              <a:t>, not </a:t>
            </a:r>
            <a:r>
              <a:rPr lang="sv-SE" dirty="0" err="1"/>
              <a:t>including</a:t>
            </a:r>
            <a:r>
              <a:rPr lang="sv-SE" dirty="0"/>
              <a:t> to </a:t>
            </a:r>
            <a:r>
              <a:rPr lang="sv-SE" dirty="0" err="1"/>
              <a:t>compilcated</a:t>
            </a:r>
            <a:r>
              <a:rPr lang="sv-SE" dirty="0"/>
              <a:t> C++ </a:t>
            </a:r>
            <a:r>
              <a:rPr lang="sv-SE" dirty="0" err="1"/>
              <a:t>functionality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0851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1A3F-6950-5991-265F-2E6D0F1CC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561F-4EED-BEEE-9C68-B3F7250F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State </a:t>
            </a:r>
            <a:r>
              <a:rPr lang="sv-SE" dirty="0" err="1"/>
              <a:t>machine</a:t>
            </a:r>
            <a:endParaRPr lang="sv-S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1396E1-5865-ACFF-941D-86F652678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527" y="1825625"/>
            <a:ext cx="6934945" cy="4351338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389C44C9-FD56-AC44-DEEC-8E6ED6295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865" y="681037"/>
            <a:ext cx="1503947" cy="1746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C8886F-B6D7-8FE4-C46D-94A4F1650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517" y="1001026"/>
            <a:ext cx="2029194" cy="68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08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A5982-A969-2FF8-3B8C-8A970AE0E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DFC1-EBA1-45E3-D918-96F0C486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State </a:t>
            </a:r>
            <a:r>
              <a:rPr lang="sv-SE" dirty="0" err="1"/>
              <a:t>machine</a:t>
            </a:r>
            <a:endParaRPr lang="sv-S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7E0D99-CBB1-DC82-B3DF-A1BB6F4811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v-SE" sz="1600" dirty="0"/>
              <a:t>State </a:t>
            </a:r>
            <a:r>
              <a:rPr lang="sv-SE" sz="1600" dirty="0" err="1"/>
              <a:t>machine</a:t>
            </a:r>
            <a:r>
              <a:rPr lang="sv-SE" sz="1600" dirty="0"/>
              <a:t> (</a:t>
            </a:r>
            <a:r>
              <a:rPr lang="sv-SE" sz="1600" dirty="0" err="1"/>
              <a:t>CheckState</a:t>
            </a:r>
            <a:r>
              <a:rPr lang="sv-SE" sz="1600" dirty="0"/>
              <a:t>();) is </a:t>
            </a:r>
            <a:r>
              <a:rPr lang="sv-SE" sz="1600" dirty="0" err="1"/>
              <a:t>called</a:t>
            </a:r>
            <a:r>
              <a:rPr lang="sv-SE" sz="1600" dirty="0"/>
              <a:t> from </a:t>
            </a:r>
            <a:r>
              <a:rPr lang="sv-SE" sz="1600" dirty="0" err="1"/>
              <a:t>main</a:t>
            </a:r>
            <a:r>
              <a:rPr lang="sv-SE" sz="1600" dirty="0"/>
              <a:t> in an </a:t>
            </a:r>
            <a:r>
              <a:rPr lang="sv-SE" sz="1600" dirty="0" err="1"/>
              <a:t>eternal</a:t>
            </a:r>
            <a:r>
              <a:rPr lang="sv-SE" sz="1600" dirty="0"/>
              <a:t> loop</a:t>
            </a:r>
          </a:p>
          <a:p>
            <a:pPr marL="0" indent="0">
              <a:buNone/>
            </a:pPr>
            <a:endParaRPr lang="sv-SE" sz="1600" dirty="0"/>
          </a:p>
          <a:p>
            <a:pPr marL="0" indent="0">
              <a:buNone/>
            </a:pPr>
            <a:endParaRPr lang="sv-SE" sz="1600" dirty="0"/>
          </a:p>
          <a:p>
            <a:pPr marL="0" indent="0">
              <a:buNone/>
            </a:pPr>
            <a:endParaRPr lang="sv-SE" sz="1600" dirty="0"/>
          </a:p>
          <a:p>
            <a:pPr marL="0" indent="0">
              <a:buNone/>
            </a:pPr>
            <a:endParaRPr lang="sv-SE" sz="1600" dirty="0"/>
          </a:p>
          <a:p>
            <a:pPr marL="0" indent="0">
              <a:buNone/>
            </a:pPr>
            <a:br>
              <a:rPr lang="sv-SE" sz="1600" dirty="0"/>
            </a:br>
            <a:endParaRPr lang="sv-SE" sz="1600" dirty="0"/>
          </a:p>
          <a:p>
            <a:r>
              <a:rPr lang="sv-SE" sz="1600" dirty="0"/>
              <a:t>State </a:t>
            </a:r>
            <a:r>
              <a:rPr lang="sv-SE" sz="1600" dirty="0" err="1"/>
              <a:t>machine</a:t>
            </a:r>
            <a:r>
              <a:rPr lang="sv-SE" sz="1600" dirty="0"/>
              <a:t> </a:t>
            </a:r>
            <a:r>
              <a:rPr lang="sv-SE" sz="1600" dirty="0" err="1"/>
              <a:t>consists</a:t>
            </a:r>
            <a:r>
              <a:rPr lang="sv-SE" sz="1600" dirty="0"/>
              <a:t> </a:t>
            </a:r>
            <a:r>
              <a:rPr lang="sv-SE" sz="1600" dirty="0" err="1"/>
              <a:t>of</a:t>
            </a:r>
            <a:r>
              <a:rPr lang="sv-SE" sz="1600" dirty="0"/>
              <a:t> </a:t>
            </a:r>
            <a:r>
              <a:rPr lang="sv-SE" sz="1600" dirty="0" err="1"/>
              <a:t>several</a:t>
            </a:r>
            <a:r>
              <a:rPr lang="sv-SE" sz="1600" dirty="0"/>
              <a:t> </a:t>
            </a:r>
            <a:r>
              <a:rPr lang="sv-SE" sz="1600" i="1" dirty="0" err="1"/>
              <a:t>else</a:t>
            </a:r>
            <a:r>
              <a:rPr lang="sv-SE" sz="1600" i="1" dirty="0"/>
              <a:t> </a:t>
            </a:r>
            <a:r>
              <a:rPr lang="sv-SE" sz="1600" i="1" dirty="0" err="1"/>
              <a:t>if</a:t>
            </a:r>
            <a:r>
              <a:rPr lang="sv-SE" sz="1600" i="1" dirty="0"/>
              <a:t> </a:t>
            </a:r>
            <a:r>
              <a:rPr lang="sv-SE" sz="1600" dirty="0" err="1"/>
              <a:t>statements</a:t>
            </a:r>
            <a:endParaRPr lang="sv-SE" sz="1600" dirty="0"/>
          </a:p>
          <a:p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are</a:t>
            </a:r>
            <a:r>
              <a:rPr lang="sv-SE" sz="1600" dirty="0"/>
              <a:t> in a </a:t>
            </a:r>
            <a:r>
              <a:rPr lang="sv-SE" sz="1600" dirty="0" err="1"/>
              <a:t>state</a:t>
            </a:r>
            <a:r>
              <a:rPr lang="sv-SE" sz="1600" dirty="0"/>
              <a:t>, </a:t>
            </a:r>
            <a:r>
              <a:rPr lang="sv-SE" sz="1600" dirty="0" err="1"/>
              <a:t>checking</a:t>
            </a:r>
            <a:r>
              <a:rPr lang="sv-SE" sz="1600" dirty="0"/>
              <a:t> </a:t>
            </a:r>
            <a:r>
              <a:rPr lang="sv-SE" sz="1600" dirty="0" err="1"/>
              <a:t>if</a:t>
            </a:r>
            <a:r>
              <a:rPr lang="sv-SE" sz="1600" dirty="0"/>
              <a:t> a transition to </a:t>
            </a:r>
            <a:r>
              <a:rPr lang="sv-SE" sz="1600" dirty="0" err="1"/>
              <a:t>another</a:t>
            </a:r>
            <a:r>
              <a:rPr lang="sv-SE" sz="1600" dirty="0"/>
              <a:t> </a:t>
            </a:r>
            <a:r>
              <a:rPr lang="sv-SE" sz="1600" dirty="0" err="1"/>
              <a:t>state</a:t>
            </a:r>
            <a:r>
              <a:rPr lang="sv-SE" sz="1600" dirty="0"/>
              <a:t> </a:t>
            </a:r>
            <a:r>
              <a:rPr lang="sv-SE" sz="1600" dirty="0" err="1"/>
              <a:t>shall</a:t>
            </a:r>
            <a:r>
              <a:rPr lang="sv-SE" sz="1600" dirty="0"/>
              <a:t> </a:t>
            </a:r>
            <a:r>
              <a:rPr lang="sv-SE" sz="1600" dirty="0" err="1"/>
              <a:t>occure</a:t>
            </a:r>
            <a:endParaRPr lang="sv-SE" sz="1600" dirty="0"/>
          </a:p>
          <a:p>
            <a:r>
              <a:rPr lang="sv-SE" sz="1600" dirty="0" err="1"/>
              <a:t>User</a:t>
            </a:r>
            <a:r>
              <a:rPr lang="sv-SE" sz="1600" dirty="0"/>
              <a:t> input is </a:t>
            </a:r>
            <a:r>
              <a:rPr lang="sv-SE" sz="1600" dirty="0" err="1"/>
              <a:t>mainly</a:t>
            </a:r>
            <a:r>
              <a:rPr lang="sv-SE" sz="1600" dirty="0"/>
              <a:t> </a:t>
            </a:r>
            <a:r>
              <a:rPr lang="sv-SE" sz="1600" dirty="0" err="1"/>
              <a:t>handeled</a:t>
            </a:r>
            <a:r>
              <a:rPr lang="sv-SE" sz="1600" dirty="0"/>
              <a:t> in the </a:t>
            </a:r>
            <a:r>
              <a:rPr lang="sv-SE" sz="1600" dirty="0" err="1"/>
              <a:t>state</a:t>
            </a:r>
            <a:r>
              <a:rPr lang="sv-SE" sz="1600" dirty="0"/>
              <a:t> </a:t>
            </a:r>
            <a:r>
              <a:rPr lang="sv-SE" sz="1600" dirty="0" err="1"/>
              <a:t>machine</a:t>
            </a:r>
            <a:endParaRPr lang="sv-SE" sz="1600" dirty="0"/>
          </a:p>
          <a:p>
            <a:endParaRPr lang="sv-SE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EA8DDDD-B106-7CC1-0F33-7896016F4C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08786" y="721456"/>
            <a:ext cx="3913313" cy="5455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10A7C1-1FFF-C733-4FC4-47B94D57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11" y="2527481"/>
            <a:ext cx="3140702" cy="147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3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052B-ABA1-472B-5CC1-FC17B23D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6255-B4C2-16FA-81DA-40092791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Seccardsysutils</a:t>
            </a:r>
            <a:r>
              <a:rPr lang="sv-SE" dirty="0"/>
              <a:t> .h / .cpp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2FCE9F1-B762-F360-B315-148C825DA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sz="2400" dirty="0" err="1"/>
              <a:t>Contain</a:t>
            </a:r>
            <a:r>
              <a:rPr lang="sv-SE" sz="2400" dirty="0"/>
              <a:t> </a:t>
            </a:r>
            <a:r>
              <a:rPr lang="sv-SE" sz="2400" dirty="0" err="1"/>
              <a:t>functions</a:t>
            </a:r>
            <a:r>
              <a:rPr lang="sv-SE" sz="2400" dirty="0"/>
              <a:t> </a:t>
            </a:r>
            <a:r>
              <a:rPr lang="sv-SE" sz="2400" dirty="0" err="1"/>
              <a:t>that</a:t>
            </a:r>
            <a:r>
              <a:rPr lang="sv-SE" sz="2400" dirty="0"/>
              <a:t> </a:t>
            </a:r>
            <a:r>
              <a:rPr lang="sv-SE" sz="2400" dirty="0" err="1"/>
              <a:t>performs</a:t>
            </a:r>
            <a:r>
              <a:rPr lang="sv-SE" sz="2400" dirty="0"/>
              <a:t> a </a:t>
            </a:r>
            <a:r>
              <a:rPr lang="sv-SE" sz="2400" dirty="0" err="1"/>
              <a:t>specific</a:t>
            </a:r>
            <a:r>
              <a:rPr lang="sv-SE" sz="2400" dirty="0"/>
              <a:t> task, </a:t>
            </a:r>
            <a:r>
              <a:rPr lang="sv-SE" sz="2400" dirty="0" err="1"/>
              <a:t>e.g</a:t>
            </a:r>
            <a:r>
              <a:rPr lang="sv-SE" sz="2400" dirty="0"/>
              <a:t>. show </a:t>
            </a:r>
            <a:r>
              <a:rPr lang="sv-SE" sz="2400" dirty="0" err="1"/>
              <a:t>user</a:t>
            </a:r>
            <a:r>
              <a:rPr lang="sv-SE" sz="2400" dirty="0"/>
              <a:t> information, </a:t>
            </a:r>
            <a:r>
              <a:rPr lang="sv-SE" sz="2400" dirty="0" err="1"/>
              <a:t>find</a:t>
            </a:r>
            <a:r>
              <a:rPr lang="sv-SE" sz="2400" dirty="0"/>
              <a:t> ID </a:t>
            </a:r>
            <a:r>
              <a:rPr lang="sv-SE" sz="2400" dirty="0" err="1"/>
              <a:t>corresponding</a:t>
            </a:r>
            <a:r>
              <a:rPr lang="sv-SE" sz="2400" dirty="0"/>
              <a:t> to a </a:t>
            </a:r>
            <a:r>
              <a:rPr lang="sv-SE" sz="2400" dirty="0" err="1"/>
              <a:t>user</a:t>
            </a:r>
            <a:r>
              <a:rPr lang="sv-SE" sz="2400" dirty="0"/>
              <a:t> </a:t>
            </a:r>
            <a:r>
              <a:rPr lang="sv-SE" sz="2400" dirty="0" err="1"/>
              <a:t>name</a:t>
            </a:r>
            <a:r>
              <a:rPr lang="sv-SE" sz="2400" dirty="0"/>
              <a:t>, </a:t>
            </a:r>
            <a:r>
              <a:rPr lang="sv-SE" sz="2400" dirty="0" err="1"/>
              <a:t>change</a:t>
            </a:r>
            <a:r>
              <a:rPr lang="sv-SE" sz="2400" dirty="0"/>
              <a:t> </a:t>
            </a:r>
            <a:r>
              <a:rPr lang="sv-SE" sz="2400" dirty="0" err="1"/>
              <a:t>floor</a:t>
            </a:r>
            <a:r>
              <a:rPr lang="sv-SE" sz="2400" dirty="0"/>
              <a:t> </a:t>
            </a:r>
            <a:r>
              <a:rPr lang="sv-SE" sz="2400" dirty="0" err="1"/>
              <a:t>name</a:t>
            </a:r>
            <a:r>
              <a:rPr lang="sv-SE" sz="2400" dirty="0"/>
              <a:t> </a:t>
            </a:r>
            <a:r>
              <a:rPr lang="sv-SE" sz="2400" dirty="0" err="1"/>
              <a:t>etc</a:t>
            </a:r>
            <a:br>
              <a:rPr lang="sv-SE" sz="2400" dirty="0"/>
            </a:br>
            <a:endParaRPr lang="sv-SE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340C1E-FAE9-57CE-18E1-C90557957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65" y="2627697"/>
            <a:ext cx="5635884" cy="337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62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6BBAD-FD54-48BE-E674-DD86510E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1836-A940-D9B5-C9B3-315DDFF2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 (part </a:t>
            </a:r>
            <a:r>
              <a:rPr lang="sv-SE" dirty="0" err="1"/>
              <a:t>of</a:t>
            </a:r>
            <a:r>
              <a:rPr lang="sv-SE" dirty="0"/>
              <a:t>) </a:t>
            </a:r>
            <a:r>
              <a:rPr lang="sv-SE" dirty="0" err="1"/>
              <a:t>function</a:t>
            </a:r>
            <a:endParaRPr lang="sv-S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435512-B21E-022A-A1D8-483129214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sv-SE" dirty="0"/>
            </a:br>
            <a:endParaRPr lang="sv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8FC62-8924-BFB9-FD5D-8B853B522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115" y="1488602"/>
            <a:ext cx="5449582" cy="490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07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1B08-9B87-1A33-4E35-77B8D58A9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ADFF0-8817-4556-D830-3204C4F68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/>
              <a:t>CSV </a:t>
            </a:r>
            <a:r>
              <a:rPr lang="sv-SE" dirty="0" err="1"/>
              <a:t>files</a:t>
            </a:r>
            <a:br>
              <a:rPr lang="sv-SE" dirty="0"/>
            </a:br>
            <a:endParaRPr lang="sv-S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8FBC24-0386-2414-390F-10F049309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A </a:t>
            </a:r>
            <a:r>
              <a:rPr lang="sv-SE" dirty="0" err="1"/>
              <a:t>lot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file</a:t>
            </a:r>
            <a:r>
              <a:rPr lang="sv-SE" dirty="0"/>
              <a:t> I/O </a:t>
            </a:r>
            <a:r>
              <a:rPr lang="sv-SE" dirty="0" err="1"/>
              <a:t>because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selected</a:t>
            </a:r>
            <a:r>
              <a:rPr lang="sv-SE" dirty="0"/>
              <a:t> </a:t>
            </a:r>
            <a:r>
              <a:rPr lang="sv-SE" dirty="0" err="1"/>
              <a:t>concept</a:t>
            </a:r>
            <a:endParaRPr lang="sv-SE" dirty="0"/>
          </a:p>
          <a:p>
            <a:pPr marL="0" indent="0">
              <a:buNone/>
            </a:pPr>
            <a:br>
              <a:rPr lang="sv-SE" dirty="0"/>
            </a:br>
            <a:endParaRPr lang="sv-S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04C9BF-301C-6D2E-CC3F-DF4000AD8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423" y="1807232"/>
            <a:ext cx="3129377" cy="19768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F51ED1-DB6E-9ECC-DCCF-75BD25474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563" y="4635890"/>
            <a:ext cx="2879237" cy="1239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19C077-FF26-C6CA-ECD5-51784D6F9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107" y="2847450"/>
            <a:ext cx="1839691" cy="20329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1FF150-B686-B2EB-3366-4A2DABD5C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552" y="2795658"/>
            <a:ext cx="3320120" cy="20847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BD7B2C-A0CD-8AF4-7D4D-1EE36A7F6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065" y="5201012"/>
            <a:ext cx="4313887" cy="78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51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157EA-C9DA-2FAB-B0E9-E77384FFC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72FD-F5CD-1176-2753-B9ED7C620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Future</a:t>
            </a:r>
            <a:r>
              <a:rPr lang="sv-SE" dirty="0"/>
              <a:t> </a:t>
            </a:r>
            <a:r>
              <a:rPr lang="sv-SE" dirty="0" err="1"/>
              <a:t>improvements</a:t>
            </a:r>
            <a:endParaRPr lang="sv-S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466161-EDAF-25B4-009C-121EE9CEC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references</a:t>
            </a:r>
            <a:endParaRPr lang="sv-SE" dirty="0"/>
          </a:p>
          <a:p>
            <a:r>
              <a:rPr lang="sv-SE" dirty="0" err="1"/>
              <a:t>Smaller</a:t>
            </a:r>
            <a:r>
              <a:rPr lang="sv-SE" dirty="0"/>
              <a:t> and </a:t>
            </a:r>
            <a:r>
              <a:rPr lang="sv-SE" dirty="0" err="1"/>
              <a:t>better</a:t>
            </a:r>
            <a:r>
              <a:rPr lang="sv-SE" dirty="0"/>
              <a:t> </a:t>
            </a:r>
            <a:r>
              <a:rPr lang="sv-SE" dirty="0" err="1"/>
              <a:t>structured</a:t>
            </a:r>
            <a:r>
              <a:rPr lang="sv-SE" dirty="0"/>
              <a:t> </a:t>
            </a:r>
            <a:r>
              <a:rPr lang="sv-SE" dirty="0" err="1"/>
              <a:t>functions</a:t>
            </a:r>
            <a:endParaRPr lang="sv-SE" dirty="0"/>
          </a:p>
          <a:p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functions</a:t>
            </a:r>
            <a:r>
              <a:rPr lang="sv-SE" dirty="0"/>
              <a:t> </a:t>
            </a:r>
            <a:r>
              <a:rPr lang="sv-SE" dirty="0" err="1"/>
              <a:t>could</a:t>
            </a:r>
            <a:r>
              <a:rPr lang="sv-SE" dirty="0"/>
              <a:t> be </a:t>
            </a:r>
            <a:r>
              <a:rPr lang="sv-SE" dirty="0" err="1"/>
              <a:t>combined</a:t>
            </a:r>
            <a:endParaRPr lang="sv-SE" dirty="0"/>
          </a:p>
          <a:p>
            <a:r>
              <a:rPr lang="sv-SE" dirty="0" err="1"/>
              <a:t>Move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functionality</a:t>
            </a:r>
            <a:r>
              <a:rPr lang="sv-SE" dirty="0"/>
              <a:t> from </a:t>
            </a:r>
            <a:r>
              <a:rPr lang="sv-SE" dirty="0" err="1"/>
              <a:t>state</a:t>
            </a:r>
            <a:r>
              <a:rPr lang="sv-SE" dirty="0"/>
              <a:t> </a:t>
            </a:r>
            <a:r>
              <a:rPr lang="sv-SE" dirty="0" err="1"/>
              <a:t>machine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</a:t>
            </a:r>
            <a:r>
              <a:rPr lang="sv-SE" dirty="0" err="1"/>
              <a:t>functions</a:t>
            </a:r>
            <a:endParaRPr lang="sv-SE" dirty="0"/>
          </a:p>
          <a:p>
            <a:r>
              <a:rPr lang="sv-SE" dirty="0" err="1"/>
              <a:t>Introduce</a:t>
            </a:r>
            <a:r>
              <a:rPr lang="sv-SE" dirty="0"/>
              <a:t> OOP to </a:t>
            </a:r>
            <a:r>
              <a:rPr lang="sv-SE" dirty="0" err="1"/>
              <a:t>reduce</a:t>
            </a:r>
            <a:r>
              <a:rPr lang="sv-SE" dirty="0"/>
              <a:t> </a:t>
            </a:r>
            <a:r>
              <a:rPr lang="sv-SE" dirty="0" err="1"/>
              <a:t>file</a:t>
            </a:r>
            <a:r>
              <a:rPr lang="sv-SE" dirty="0"/>
              <a:t> I/O</a:t>
            </a:r>
          </a:p>
          <a:p>
            <a:r>
              <a:rPr lang="sv-SE" dirty="0" err="1"/>
              <a:t>Better</a:t>
            </a:r>
            <a:r>
              <a:rPr lang="sv-SE" dirty="0"/>
              <a:t> </a:t>
            </a:r>
            <a:r>
              <a:rPr lang="sv-SE" dirty="0" err="1"/>
              <a:t>fault</a:t>
            </a:r>
            <a:r>
              <a:rPr lang="sv-SE" dirty="0"/>
              <a:t> handling, </a:t>
            </a:r>
            <a:r>
              <a:rPr lang="sv-SE" dirty="0" err="1"/>
              <a:t>today</a:t>
            </a:r>
            <a:r>
              <a:rPr lang="sv-SE" dirty="0"/>
              <a:t> program is </a:t>
            </a:r>
            <a:r>
              <a:rPr lang="sv-SE" dirty="0" err="1"/>
              <a:t>executed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user</a:t>
            </a:r>
            <a:r>
              <a:rPr lang="sv-SE" dirty="0"/>
              <a:t> input is </a:t>
            </a:r>
            <a:r>
              <a:rPr lang="sv-SE" dirty="0" err="1"/>
              <a:t>incorrect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  <a:p>
            <a:r>
              <a:rPr lang="sv-SE" dirty="0"/>
              <a:t>…</a:t>
            </a:r>
            <a:r>
              <a:rPr lang="sv-SE" dirty="0" err="1"/>
              <a:t>big</a:t>
            </a:r>
            <a:r>
              <a:rPr lang="sv-SE" dirty="0"/>
              <a:t> </a:t>
            </a:r>
            <a:r>
              <a:rPr lang="sv-SE" dirty="0" err="1"/>
              <a:t>room</a:t>
            </a:r>
            <a:r>
              <a:rPr lang="sv-SE" dirty="0"/>
              <a:t> for </a:t>
            </a:r>
            <a:r>
              <a:rPr lang="sv-SE" dirty="0" err="1"/>
              <a:t>improvements</a:t>
            </a:r>
            <a:r>
              <a:rPr lang="sv-SE" dirty="0"/>
              <a:t>…</a:t>
            </a:r>
            <a:br>
              <a:rPr lang="sv-SE" dirty="0"/>
            </a:br>
            <a:br>
              <a:rPr lang="sv-SE" dirty="0"/>
            </a:b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32771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2679</TotalTime>
  <Words>483</Words>
  <Application>Microsoft Office PowerPoint</Application>
  <PresentationFormat>Widescreen</PresentationFormat>
  <Paragraphs>76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1996 vs. 2025</vt:lpstr>
      <vt:lpstr>Assignment 2</vt:lpstr>
      <vt:lpstr>Assignment 2 – Company Adds on LCD</vt:lpstr>
      <vt:lpstr>Lcd_driver.hpp</vt:lpstr>
      <vt:lpstr>Class CompanyAdds</vt:lpstr>
      <vt:lpstr>Selection of add to show</vt:lpstr>
      <vt:lpstr>main.cpp</vt:lpstr>
      <vt:lpstr>Assignment 1</vt:lpstr>
      <vt:lpstr>Assignment 1 – Secure card system</vt:lpstr>
      <vt:lpstr>State machine</vt:lpstr>
      <vt:lpstr>State machine</vt:lpstr>
      <vt:lpstr>Seccardsysutils .h / .cpp</vt:lpstr>
      <vt:lpstr>Example (part of) function</vt:lpstr>
      <vt:lpstr>CSV files </vt:lpstr>
      <vt:lpstr>Future improvements</vt:lpstr>
    </vt:vector>
  </TitlesOfParts>
  <Company>VBG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Lindqvist, Peter</dc:creator>
  <cp:lastModifiedBy>Lindqvist, Peter</cp:lastModifiedBy>
  <cp:revision>1</cp:revision>
  <dcterms:created xsi:type="dcterms:W3CDTF">2025-11-25T08:38:37Z</dcterms:created>
  <dcterms:modified xsi:type="dcterms:W3CDTF">2025-11-27T06:46:53Z</dcterms:modified>
</cp:coreProperties>
</file>